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Metromobile × Cursor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Same data. Same questions. Better decisions with context.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Today's 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Metromobile leadership has $2M to invest.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Growth proposes: spend it on acquisition campaigns (door-to-door + digital).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Leadership needs a data-backed answer: Is that the right use of $2M?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We have five CSV files — customers, churn, calls, campaigns, market.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In the live demo, Cursor will help us get from raw data → recommendation.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What we're demoing (and what we're not)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Demoing: Cursor Agent + CSV analytics + Rules + Skills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Not demoing today: GitHub, deployment, parallel agents, MCP/API setup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Synthetic demo data (~50,000 customers in the files; narrative may say 500k)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You will see three passes over the same prompts — only the context layer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Three ways to guide the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1. Raw — prompts + data files only (no project context)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2. Rules — always-on business context (how we interpret churn, calls, ROI)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3. Skills — playbooks for specific analyses (formulas, tables, outputs)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Analogy: Raw = new hire with files | Rules = employee handbook | Skills = SOPs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Rules vs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563EB"/>
                </a:solidFill>
              </a:defRPr>
            </a:pPr>
            <a:r>
              <a:t>Rules (handbook)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Apply to every chat in the project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Short, stable guardrails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Example: lead with voluntary churn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Example: non-payment = collections, not retention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Example: correlation ≠ causation for calls vs churn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Stored in: .cursor/rules/*.mdc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2563EB"/>
                </a:solidFill>
              </a:defRPr>
            </a:pPr>
            <a:r>
              <a:t>Skills (playbooks)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Apply when the task matches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Step-by-step + required tables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Example: campaign ROI / $2M acquisition math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Example: retention offer NPV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Example: repeat-reduction case ($5.1M)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Example: investment comparison + recommendation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Stored in: .cursor/skills/&lt;name&gt;/SKILL.md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Rules — what ours contain (Metromobile)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Dataset scale: report actual row counts (50k customers)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Churn: voluntary first; then full disconnect mix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disconnect_type: voluntary = retention | non_payment = collections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Calls: use is_repeat_7d; annualize 6 months with ×2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Presentations: gross vs net, assumptions, confidence,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Skills — what ours contain (Metromobile)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metromobile-campaign-roi — test/control, incremental connects, $2M projection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metromobile-churn-retention — fiber ZIPs, $200 offer, 30% save rate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metromobile-call-center — repeat rate by queue, $8/call annual cost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metromobile-repeat-reduction-case — $160k direct + ~$4.9M indirect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metromobile-investment-compare — three options + where to put $2M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Live demo flow (~40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Act 1 — Raw (10 min): churn at risk + call segments → messy headline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Bridge (3 min): what rules are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Act 2 — Rules (10 min): same churn question + disconnect breakdown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Bridge (3 min): what skills are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Act 3 — Skills (10 min): repeat-reduction case + $2M comparison table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Close (2 min): recommendation — don't lead with acquisition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What should change between acts?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Act 1 → Act 2: Smaller voluntary churn $; collections called out separately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Act 2 → Act 3: Full ROI tables; explicit $2M recommendation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Expected finale: Prefer churn prevention + repeat reduction over acquisition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Direction matters more than exact dollars — agent may vary slightly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Facilitator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Branch: demo on github.com/ephemeralme/metromobile-demo-data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Before each act: .\scripts\demo-mode.ps1 raw | rules | skills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Then: Reload Window + New Chat (critical)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Follow prompts in DEMO_SCRIPT.md; keep ANSWER_KEY.md for yourself only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Opening line: Growth wants $2M for acquisition — we'll decide if that's right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Let's run 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Act 1: Raw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